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PharmaPro – Smart Pharmacy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All‑in‑one solution for inventory, billing, and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PharmaPro?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Rapid invoice scanning – multi‑image upload, auto‑extract batch &amp; expiry</a:t>
            </a:r>
          </a:p>
          <a:p>
            <a:pPr>
              <a:defRPr sz="1800"/>
            </a:pPr>
            <a:r>
              <a:t>One‑click WhatsApp sharing – send bills instantly &amp; store customer contacts</a:t>
            </a:r>
          </a:p>
          <a:p>
            <a:pPr>
              <a:defRPr sz="1800"/>
            </a:pPr>
            <a:r>
              <a:t>Smart stock management – FEFO, low‑stock &amp; expiry alerts</a:t>
            </a:r>
          </a:p>
          <a:p>
            <a:pPr>
              <a:defRPr sz="1800"/>
            </a:pPr>
            <a:r>
              <a:t>Master‑database auto‑fill – &gt;250k medicines with composition &amp; MRP</a:t>
            </a:r>
          </a:p>
          <a:p>
            <a:pPr>
              <a:defRPr sz="1800"/>
            </a:pPr>
            <a:r>
              <a:t>Dynamic shop layout mapping – shelves, boxes, fixtures</a:t>
            </a:r>
          </a:p>
          <a:p>
            <a:pPr>
              <a:defRPr sz="1800"/>
            </a:pPr>
            <a:r>
              <a:t>Regulatory compliance – GSTR‑1, drug‑interaction warnings, batch traceability</a:t>
            </a:r>
          </a:p>
          <a:p>
            <a:pPr>
              <a:defRPr sz="1800"/>
            </a:pPr>
            <a:r>
              <a:t>Portable executable – single‑file Windows .exe, no Python install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Inventory Management – sleek modern UI (see screenshot)</a:t>
            </a:r>
          </a:p>
          <a:p>
            <a:pPr>
              <a:defRPr sz="1800"/>
            </a:pPr>
            <a:r>
              <a:t>Billing POS – fast search, auto‑batch selection</a:t>
            </a:r>
          </a:p>
          <a:p>
            <a:pPr>
              <a:defRPr sz="1800"/>
            </a:pPr>
            <a:r>
              <a:t>WhatsApp Send – one‑click bill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Download `PharmaPro.exe` from the `dist/` folder</a:t>
            </a:r>
          </a:p>
          <a:p>
            <a:pPr>
              <a:defRPr sz="1800"/>
            </a:pPr>
            <a:r>
              <a:t>Run the installer – no admin rights required</a:t>
            </a:r>
          </a:p>
          <a:p>
            <a:pPr>
              <a:defRPr sz="1800"/>
            </a:pPr>
            <a:r>
              <a:t>Follow the Initial Setup steps in the User Manual</a:t>
            </a:r>
          </a:p>
          <a:p>
            <a:pPr>
              <a:defRPr sz="1800"/>
            </a:pPr>
            <a:r>
              <a:t>Start managing inventory, billing, and reports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Website: https://pharmapro.example.com</a:t>
            </a:r>
          </a:p>
          <a:p>
            <a:pPr>
              <a:defRPr sz="1800"/>
            </a:pPr>
            <a:r>
              <a:t>Email: support@pharmapro.example.com</a:t>
            </a:r>
          </a:p>
          <a:p>
            <a:pPr>
              <a:defRPr sz="1800"/>
            </a:pPr>
            <a:r>
              <a:t>Phone: +91‑12345‑67890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